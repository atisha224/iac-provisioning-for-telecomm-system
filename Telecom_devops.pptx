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handoutMasterIdLst>
    <p:handoutMasterId r:id="rId14"/>
  </p:handoutMasterIdLst>
  <p:sldIdLst>
    <p:sldId id="268" r:id="rId2"/>
    <p:sldId id="269" r:id="rId3"/>
    <p:sldId id="258" r:id="rId4"/>
    <p:sldId id="259" r:id="rId5"/>
    <p:sldId id="271" r:id="rId6"/>
    <p:sldId id="272" r:id="rId7"/>
    <p:sldId id="260" r:id="rId8"/>
    <p:sldId id="261" r:id="rId9"/>
    <p:sldId id="263" r:id="rId10"/>
    <p:sldId id="274" r:id="rId11"/>
    <p:sldId id="273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36D8B-2914-445D-A0BA-38DDFE256078}" v="51" dt="2026-04-14T08:50:56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90" autoAdjust="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i jain" userId="2d393bd6b37489cf" providerId="LiveId" clId="{35EA379E-D5D8-45A0-93B2-953415D2BC9A}"/>
    <pc:docChg chg="undo custSel modSld">
      <pc:chgData name="arti jain" userId="2d393bd6b37489cf" providerId="LiveId" clId="{35EA379E-D5D8-45A0-93B2-953415D2BC9A}" dt="2026-04-14T08:54:08.216" v="880" actId="255"/>
      <pc:docMkLst>
        <pc:docMk/>
      </pc:docMkLst>
      <pc:sldChg chg="modSp mod">
        <pc:chgData name="arti jain" userId="2d393bd6b37489cf" providerId="LiveId" clId="{35EA379E-D5D8-45A0-93B2-953415D2BC9A}" dt="2026-04-14T08:27:22.621" v="443" actId="20577"/>
        <pc:sldMkLst>
          <pc:docMk/>
          <pc:sldMk cId="0" sldId="258"/>
        </pc:sldMkLst>
        <pc:spChg chg="mod">
          <ac:chgData name="arti jain" userId="2d393bd6b37489cf" providerId="LiveId" clId="{35EA379E-D5D8-45A0-93B2-953415D2BC9A}" dt="2026-04-14T08:26:23.940" v="41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ti jain" userId="2d393bd6b37489cf" providerId="LiveId" clId="{35EA379E-D5D8-45A0-93B2-953415D2BC9A}" dt="2026-04-14T08:27:22.621" v="44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rti jain" userId="2d393bd6b37489cf" providerId="LiveId" clId="{35EA379E-D5D8-45A0-93B2-953415D2BC9A}" dt="2026-04-14T08:38:38.003" v="593" actId="20577"/>
        <pc:sldMkLst>
          <pc:docMk/>
          <pc:sldMk cId="0" sldId="259"/>
        </pc:sldMkLst>
        <pc:spChg chg="mod">
          <ac:chgData name="arti jain" userId="2d393bd6b37489cf" providerId="LiveId" clId="{35EA379E-D5D8-45A0-93B2-953415D2BC9A}" dt="2026-04-14T08:38:38.003" v="593" actId="20577"/>
          <ac:spMkLst>
            <pc:docMk/>
            <pc:sldMk cId="0" sldId="259"/>
            <ac:spMk id="7" creationId="{7424D431-DA0F-8631-3DC9-132671BFAF96}"/>
          </ac:spMkLst>
        </pc:spChg>
      </pc:sldChg>
      <pc:sldChg chg="addSp delSp modSp mod">
        <pc:chgData name="arti jain" userId="2d393bd6b37489cf" providerId="LiveId" clId="{35EA379E-D5D8-45A0-93B2-953415D2BC9A}" dt="2026-04-14T08:52:44.623" v="871" actId="20577"/>
        <pc:sldMkLst>
          <pc:docMk/>
          <pc:sldMk cId="0" sldId="260"/>
        </pc:sldMkLst>
        <pc:spChg chg="mod">
          <ac:chgData name="arti jain" userId="2d393bd6b37489cf" providerId="LiveId" clId="{35EA379E-D5D8-45A0-93B2-953415D2BC9A}" dt="2026-04-14T08:52:44.623" v="871" actId="20577"/>
          <ac:spMkLst>
            <pc:docMk/>
            <pc:sldMk cId="0" sldId="260"/>
            <ac:spMk id="2" creationId="{00000000-0000-0000-0000-000000000000}"/>
          </ac:spMkLst>
        </pc:spChg>
        <pc:graphicFrameChg chg="add mod">
          <ac:chgData name="arti jain" userId="2d393bd6b37489cf" providerId="LiveId" clId="{35EA379E-D5D8-45A0-93B2-953415D2BC9A}" dt="2026-04-14T08:36:22.322" v="531"/>
          <ac:graphicFrameMkLst>
            <pc:docMk/>
            <pc:sldMk cId="0" sldId="260"/>
            <ac:graphicFrameMk id="3" creationId="{9084A513-1DA7-2D57-3A22-09400DF2EBFB}"/>
          </ac:graphicFrameMkLst>
        </pc:graphicFrameChg>
        <pc:graphicFrameChg chg="del modGraphic">
          <ac:chgData name="arti jain" userId="2d393bd6b37489cf" providerId="LiveId" clId="{35EA379E-D5D8-45A0-93B2-953415D2BC9A}" dt="2026-04-14T08:36:02.334" v="528" actId="21"/>
          <ac:graphicFrameMkLst>
            <pc:docMk/>
            <pc:sldMk cId="0" sldId="260"/>
            <ac:graphicFrameMk id="7" creationId="{9084A513-1DA7-2D57-3A22-09400DF2EBFB}"/>
          </ac:graphicFrameMkLst>
        </pc:graphicFrameChg>
      </pc:sldChg>
      <pc:sldChg chg="addSp delSp modSp mod">
        <pc:chgData name="arti jain" userId="2d393bd6b37489cf" providerId="LiveId" clId="{35EA379E-D5D8-45A0-93B2-953415D2BC9A}" dt="2026-04-14T08:43:51.160" v="777" actId="20577"/>
        <pc:sldMkLst>
          <pc:docMk/>
          <pc:sldMk cId="0" sldId="261"/>
        </pc:sldMkLst>
        <pc:spChg chg="mod">
          <ac:chgData name="arti jain" userId="2d393bd6b37489cf" providerId="LiveId" clId="{35EA379E-D5D8-45A0-93B2-953415D2BC9A}" dt="2026-04-14T08:34:39.843" v="512"/>
          <ac:spMkLst>
            <pc:docMk/>
            <pc:sldMk cId="0" sldId="261"/>
            <ac:spMk id="2" creationId="{00000000-0000-0000-0000-000000000000}"/>
          </ac:spMkLst>
        </pc:spChg>
        <pc:graphicFrameChg chg="add mod modGraphic">
          <ac:chgData name="arti jain" userId="2d393bd6b37489cf" providerId="LiveId" clId="{35EA379E-D5D8-45A0-93B2-953415D2BC9A}" dt="2026-04-14T08:43:51.160" v="777" actId="20577"/>
          <ac:graphicFrameMkLst>
            <pc:docMk/>
            <pc:sldMk cId="0" sldId="261"/>
            <ac:graphicFrameMk id="3" creationId="{D32C5339-8F27-34E9-47AF-5A69E2E9C648}"/>
          </ac:graphicFrameMkLst>
        </pc:graphicFrameChg>
        <pc:picChg chg="del">
          <ac:chgData name="arti jain" userId="2d393bd6b37489cf" providerId="LiveId" clId="{35EA379E-D5D8-45A0-93B2-953415D2BC9A}" dt="2026-04-14T08:34:13.196" v="499" actId="478"/>
          <ac:picMkLst>
            <pc:docMk/>
            <pc:sldMk cId="0" sldId="261"/>
            <ac:picMk id="17" creationId="{A3EA71F1-0598-2A5B-1D67-28D44CF919CF}"/>
          </ac:picMkLst>
        </pc:picChg>
      </pc:sldChg>
      <pc:sldChg chg="addSp delSp modSp mod">
        <pc:chgData name="arti jain" userId="2d393bd6b37489cf" providerId="LiveId" clId="{35EA379E-D5D8-45A0-93B2-953415D2BC9A}" dt="2026-04-14T08:49:31.337" v="836" actId="113"/>
        <pc:sldMkLst>
          <pc:docMk/>
          <pc:sldMk cId="0" sldId="263"/>
        </pc:sldMkLst>
        <pc:spChg chg="add">
          <ac:chgData name="arti jain" userId="2d393bd6b37489cf" providerId="LiveId" clId="{35EA379E-D5D8-45A0-93B2-953415D2BC9A}" dt="2026-04-14T08:45:25.175" v="796"/>
          <ac:spMkLst>
            <pc:docMk/>
            <pc:sldMk cId="0" sldId="263"/>
            <ac:spMk id="2" creationId="{189A0098-2995-AA16-B3F7-D498CDDBD431}"/>
          </ac:spMkLst>
        </pc:spChg>
        <pc:spChg chg="add">
          <ac:chgData name="arti jain" userId="2d393bd6b37489cf" providerId="LiveId" clId="{35EA379E-D5D8-45A0-93B2-953415D2BC9A}" dt="2026-04-14T08:47:07.967" v="802"/>
          <ac:spMkLst>
            <pc:docMk/>
            <pc:sldMk cId="0" sldId="263"/>
            <ac:spMk id="3" creationId="{231FF045-7DB1-A922-73BD-BC87CEE16D31}"/>
          </ac:spMkLst>
        </pc:spChg>
        <pc:spChg chg="add mod">
          <ac:chgData name="arti jain" userId="2d393bd6b37489cf" providerId="LiveId" clId="{35EA379E-D5D8-45A0-93B2-953415D2BC9A}" dt="2026-04-14T08:47:11.835" v="804"/>
          <ac:spMkLst>
            <pc:docMk/>
            <pc:sldMk cId="0" sldId="263"/>
            <ac:spMk id="4" creationId="{1B331B72-79E0-017F-8EFB-AFCD3C44E7E2}"/>
          </ac:spMkLst>
        </pc:spChg>
        <pc:spChg chg="add mod">
          <ac:chgData name="arti jain" userId="2d393bd6b37489cf" providerId="LiveId" clId="{35EA379E-D5D8-45A0-93B2-953415D2BC9A}" dt="2026-04-14T08:49:31.337" v="836" actId="113"/>
          <ac:spMkLst>
            <pc:docMk/>
            <pc:sldMk cId="0" sldId="263"/>
            <ac:spMk id="5" creationId="{3197CBA0-1BC7-8CF2-DD25-0ED5FC1749D0}"/>
          </ac:spMkLst>
        </pc:spChg>
        <pc:spChg chg="del mod">
          <ac:chgData name="arti jain" userId="2d393bd6b37489cf" providerId="LiveId" clId="{35EA379E-D5D8-45A0-93B2-953415D2BC9A}" dt="2026-04-14T08:47:25.220" v="807"/>
          <ac:spMkLst>
            <pc:docMk/>
            <pc:sldMk cId="0" sldId="263"/>
            <ac:spMk id="9" creationId="{492B5747-AB35-FE22-2CF1-516D64E8CF68}"/>
          </ac:spMkLst>
        </pc:spChg>
        <pc:picChg chg="del">
          <ac:chgData name="arti jain" userId="2d393bd6b37489cf" providerId="LiveId" clId="{35EA379E-D5D8-45A0-93B2-953415D2BC9A}" dt="2026-04-14T08:44:18.639" v="778" actId="478"/>
          <ac:picMkLst>
            <pc:docMk/>
            <pc:sldMk cId="0" sldId="263"/>
            <ac:picMk id="8" creationId="{21CBBA5F-E031-BCC2-3476-DC96AADD6427}"/>
          </ac:picMkLst>
        </pc:picChg>
      </pc:sldChg>
      <pc:sldChg chg="addSp modSp mod">
        <pc:chgData name="arti jain" userId="2d393bd6b37489cf" providerId="LiveId" clId="{35EA379E-D5D8-45A0-93B2-953415D2BC9A}" dt="2026-04-14T08:21:18.359" v="360" actId="20577"/>
        <pc:sldMkLst>
          <pc:docMk/>
          <pc:sldMk cId="0" sldId="268"/>
        </pc:sldMkLst>
        <pc:spChg chg="mod">
          <ac:chgData name="arti jain" userId="2d393bd6b37489cf" providerId="LiveId" clId="{35EA379E-D5D8-45A0-93B2-953415D2BC9A}" dt="2026-04-14T08:08:50.347" v="44"/>
          <ac:spMkLst>
            <pc:docMk/>
            <pc:sldMk cId="0" sldId="268"/>
            <ac:spMk id="2" creationId="{00000000-0000-0000-0000-000000000000}"/>
          </ac:spMkLst>
        </pc:spChg>
        <pc:spChg chg="mod">
          <ac:chgData name="arti jain" userId="2d393bd6b37489cf" providerId="LiveId" clId="{35EA379E-D5D8-45A0-93B2-953415D2BC9A}" dt="2026-04-14T08:21:18.359" v="360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arti jain" userId="2d393bd6b37489cf" providerId="LiveId" clId="{35EA379E-D5D8-45A0-93B2-953415D2BC9A}" dt="2026-04-14T08:19:54.408" v="306" actId="14100"/>
          <ac:spMkLst>
            <pc:docMk/>
            <pc:sldMk cId="0" sldId="268"/>
            <ac:spMk id="4" creationId="{66E161BD-388D-8624-9462-87B37E0A6BF5}"/>
          </ac:spMkLst>
        </pc:spChg>
        <pc:spChg chg="mod">
          <ac:chgData name="arti jain" userId="2d393bd6b37489cf" providerId="LiveId" clId="{35EA379E-D5D8-45A0-93B2-953415D2BC9A}" dt="2026-04-14T08:15:52.835" v="70"/>
          <ac:spMkLst>
            <pc:docMk/>
            <pc:sldMk cId="0" sldId="268"/>
            <ac:spMk id="6" creationId="{26AFB87D-51C8-5973-B1D0-45440011AA23}"/>
          </ac:spMkLst>
        </pc:spChg>
        <pc:spChg chg="add">
          <ac:chgData name="arti jain" userId="2d393bd6b37489cf" providerId="LiveId" clId="{35EA379E-D5D8-45A0-93B2-953415D2BC9A}" dt="2026-04-14T08:15:29.654" v="66"/>
          <ac:spMkLst>
            <pc:docMk/>
            <pc:sldMk cId="0" sldId="268"/>
            <ac:spMk id="8" creationId="{CBD1D831-892C-9538-0919-98F05E18A8F0}"/>
          </ac:spMkLst>
        </pc:spChg>
        <pc:spChg chg="add">
          <ac:chgData name="arti jain" userId="2d393bd6b37489cf" providerId="LiveId" clId="{35EA379E-D5D8-45A0-93B2-953415D2BC9A}" dt="2026-04-14T08:15:39.525" v="69"/>
          <ac:spMkLst>
            <pc:docMk/>
            <pc:sldMk cId="0" sldId="268"/>
            <ac:spMk id="9" creationId="{3E37C2DB-4184-D7A0-75EF-9ADFC0EADCEA}"/>
          </ac:spMkLst>
        </pc:spChg>
        <pc:graphicFrameChg chg="add mod">
          <ac:chgData name="arti jain" userId="2d393bd6b37489cf" providerId="LiveId" clId="{35EA379E-D5D8-45A0-93B2-953415D2BC9A}" dt="2026-04-14T08:15:06.435" v="63"/>
          <ac:graphicFrameMkLst>
            <pc:docMk/>
            <pc:sldMk cId="0" sldId="268"/>
            <ac:graphicFrameMk id="5" creationId="{72A5148F-3A7F-874D-9B31-72BE2513F2AA}"/>
          </ac:graphicFrameMkLst>
        </pc:graphicFrameChg>
        <pc:graphicFrameChg chg="add mod">
          <ac:chgData name="arti jain" userId="2d393bd6b37489cf" providerId="LiveId" clId="{35EA379E-D5D8-45A0-93B2-953415D2BC9A}" dt="2026-04-14T08:15:20.090" v="65"/>
          <ac:graphicFrameMkLst>
            <pc:docMk/>
            <pc:sldMk cId="0" sldId="268"/>
            <ac:graphicFrameMk id="7" creationId="{01A1633A-2D85-861E-4FF3-F722554675A0}"/>
          </ac:graphicFrameMkLst>
        </pc:graphicFrameChg>
      </pc:sldChg>
      <pc:sldChg chg="modSp mod">
        <pc:chgData name="arti jain" userId="2d393bd6b37489cf" providerId="LiveId" clId="{35EA379E-D5D8-45A0-93B2-953415D2BC9A}" dt="2026-04-14T08:25:07.795" v="369" actId="20577"/>
        <pc:sldMkLst>
          <pc:docMk/>
          <pc:sldMk cId="0" sldId="269"/>
        </pc:sldMkLst>
        <pc:spChg chg="mod">
          <ac:chgData name="arti jain" userId="2d393bd6b37489cf" providerId="LiveId" clId="{35EA379E-D5D8-45A0-93B2-953415D2BC9A}" dt="2026-04-14T08:25:07.795" v="369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rti jain" userId="2d393bd6b37489cf" providerId="LiveId" clId="{35EA379E-D5D8-45A0-93B2-953415D2BC9A}" dt="2026-04-14T08:53:48.067" v="878" actId="255"/>
        <pc:sldMkLst>
          <pc:docMk/>
          <pc:sldMk cId="3918559762" sldId="271"/>
        </pc:sldMkLst>
        <pc:spChg chg="mod">
          <ac:chgData name="arti jain" userId="2d393bd6b37489cf" providerId="LiveId" clId="{35EA379E-D5D8-45A0-93B2-953415D2BC9A}" dt="2026-04-14T08:53:48.067" v="878" actId="255"/>
          <ac:spMkLst>
            <pc:docMk/>
            <pc:sldMk cId="3918559762" sldId="271"/>
            <ac:spMk id="5" creationId="{06FD13AB-D550-F106-E7EE-8D6F00ADD3CD}"/>
          </ac:spMkLst>
        </pc:spChg>
      </pc:sldChg>
      <pc:sldChg chg="modSp mod">
        <pc:chgData name="arti jain" userId="2d393bd6b37489cf" providerId="LiveId" clId="{35EA379E-D5D8-45A0-93B2-953415D2BC9A}" dt="2026-04-14T08:54:08.216" v="880" actId="255"/>
        <pc:sldMkLst>
          <pc:docMk/>
          <pc:sldMk cId="61953886" sldId="272"/>
        </pc:sldMkLst>
        <pc:spChg chg="mod">
          <ac:chgData name="arti jain" userId="2d393bd6b37489cf" providerId="LiveId" clId="{35EA379E-D5D8-45A0-93B2-953415D2BC9A}" dt="2026-04-14T08:54:08.216" v="880" actId="255"/>
          <ac:spMkLst>
            <pc:docMk/>
            <pc:sldMk cId="61953886" sldId="272"/>
            <ac:spMk id="5" creationId="{2DCBDD00-1FF0-6B1A-D4A8-AF3CF23A3912}"/>
          </ac:spMkLst>
        </pc:spChg>
      </pc:sldChg>
      <pc:sldChg chg="addSp modSp mod">
        <pc:chgData name="arti jain" userId="2d393bd6b37489cf" providerId="LiveId" clId="{35EA379E-D5D8-45A0-93B2-953415D2BC9A}" dt="2026-04-14T08:51:57.509" v="869" actId="14100"/>
        <pc:sldMkLst>
          <pc:docMk/>
          <pc:sldMk cId="1873752742" sldId="273"/>
        </pc:sldMkLst>
        <pc:spChg chg="add mod">
          <ac:chgData name="arti jain" userId="2d393bd6b37489cf" providerId="LiveId" clId="{35EA379E-D5D8-45A0-93B2-953415D2BC9A}" dt="2026-04-14T08:51:57.509" v="869" actId="14100"/>
          <ac:spMkLst>
            <pc:docMk/>
            <pc:sldMk cId="1873752742" sldId="273"/>
            <ac:spMk id="3" creationId="{87E5C721-8951-6CBE-4313-35BECF102B89}"/>
          </ac:spMkLst>
        </pc:spChg>
        <pc:spChg chg="mod">
          <ac:chgData name="arti jain" userId="2d393bd6b37489cf" providerId="LiveId" clId="{35EA379E-D5D8-45A0-93B2-953415D2BC9A}" dt="2026-04-14T08:51:28.370" v="861" actId="14100"/>
          <ac:spMkLst>
            <pc:docMk/>
            <pc:sldMk cId="1873752742" sldId="273"/>
            <ac:spMk id="5" creationId="{E215399E-D6F9-6EA8-45D6-7EAB770703BF}"/>
          </ac:spMkLst>
        </pc:spChg>
      </pc:sldChg>
      <pc:sldChg chg="addSp delSp modSp mod">
        <pc:chgData name="arti jain" userId="2d393bd6b37489cf" providerId="LiveId" clId="{35EA379E-D5D8-45A0-93B2-953415D2BC9A}" dt="2026-04-14T08:50:15.496" v="853" actId="255"/>
        <pc:sldMkLst>
          <pc:docMk/>
          <pc:sldMk cId="597612560" sldId="274"/>
        </pc:sldMkLst>
        <pc:spChg chg="add mod">
          <ac:chgData name="arti jain" userId="2d393bd6b37489cf" providerId="LiveId" clId="{35EA379E-D5D8-45A0-93B2-953415D2BC9A}" dt="2026-04-14T08:50:15.496" v="853" actId="255"/>
          <ac:spMkLst>
            <pc:docMk/>
            <pc:sldMk cId="597612560" sldId="274"/>
            <ac:spMk id="3" creationId="{F6187AC7-C6E9-6791-B04F-14D343A308D9}"/>
          </ac:spMkLst>
        </pc:spChg>
        <pc:spChg chg="mod">
          <ac:chgData name="arti jain" userId="2d393bd6b37489cf" providerId="LiveId" clId="{35EA379E-D5D8-45A0-93B2-953415D2BC9A}" dt="2026-04-14T08:49:54.451" v="852" actId="20577"/>
          <ac:spMkLst>
            <pc:docMk/>
            <pc:sldMk cId="597612560" sldId="274"/>
            <ac:spMk id="11" creationId="{AB29E016-F507-1A3E-5456-3F715B7C3C30}"/>
          </ac:spMkLst>
        </pc:spChg>
        <pc:picChg chg="del mod">
          <ac:chgData name="arti jain" userId="2d393bd6b37489cf" providerId="LiveId" clId="{35EA379E-D5D8-45A0-93B2-953415D2BC9A}" dt="2026-04-14T08:49:02.939" v="816" actId="478"/>
          <ac:picMkLst>
            <pc:docMk/>
            <pc:sldMk cId="597612560" sldId="274"/>
            <ac:picMk id="10" creationId="{D417F4CD-59A0-14C1-F19D-605A40BBE20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15143E-D03D-236E-EAD3-F67FA92CFD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CA57E-D8F3-6024-58D0-62985E9FA3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44DF7-A6E1-4B80-A188-FB5E198CE6CC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E70D9-49A5-1997-09D5-F6E7B21E66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74E79-F7FA-6305-9936-7C01492B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BCFA3-600E-45A1-92D9-09B5F3B82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168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60" y="2836506"/>
            <a:ext cx="7199034" cy="1942536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60" y="5108704"/>
            <a:ext cx="6858000" cy="605502"/>
          </a:xfrm>
        </p:spPr>
        <p:txBody>
          <a:bodyPr>
            <a:normAutofit/>
          </a:bodyPr>
          <a:lstStyle>
            <a:lvl1pPr marL="0" indent="0" algn="l">
              <a:buNone/>
              <a:defRPr sz="27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1" y="1041400"/>
            <a:ext cx="2922306" cy="724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" y="6334744"/>
            <a:ext cx="1293989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2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1" y="0"/>
            <a:ext cx="912300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259773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259773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685800" y="6280030"/>
            <a:ext cx="139748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672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9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6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0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55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45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</p:spPr>
        <p:txBody>
          <a:bodyPr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27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3807619" y="885826"/>
            <a:ext cx="4706540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</p:spPr>
        <p:txBody>
          <a:bodyPr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549378" cy="4737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78718"/>
            <a:ext cx="2949178" cy="42902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50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35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02" y="1"/>
            <a:ext cx="326899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" y="6356350"/>
            <a:ext cx="1293989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350" y="5986786"/>
            <a:ext cx="404603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8403" y="39526"/>
            <a:ext cx="404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5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9144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72" y="3032254"/>
            <a:ext cx="256526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334" y="3926565"/>
            <a:ext cx="2304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2" y="4758612"/>
            <a:ext cx="303907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334" y="5676372"/>
            <a:ext cx="2379641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1" y="1041399"/>
            <a:ext cx="3570428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221580" y="3921043"/>
            <a:ext cx="6345080" cy="36395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221581" y="4797554"/>
            <a:ext cx="6305550" cy="40520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221580" y="3030245"/>
            <a:ext cx="6345080" cy="36395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A.B. Road, </a:t>
            </a:r>
            <a:r>
              <a:rPr lang="en-US" sz="1800" dirty="0" err="1">
                <a:solidFill>
                  <a:schemeClr val="tx1"/>
                </a:solidFill>
              </a:rPr>
              <a:t>Pigdamber</a:t>
            </a:r>
            <a:r>
              <a:rPr lang="en-US" sz="1800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201410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2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96" y="2158057"/>
            <a:ext cx="8625526" cy="1408553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IaC</a:t>
            </a:r>
            <a:r>
              <a:rPr lang="en-US" b="1" dirty="0"/>
              <a:t> Provisioning for Telecomm System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660" y="4492534"/>
            <a:ext cx="3863340" cy="1577088"/>
          </a:xfrm>
        </p:spPr>
        <p:txBody>
          <a:bodyPr>
            <a:noAutofit/>
          </a:bodyPr>
          <a:lstStyle/>
          <a:p>
            <a:r>
              <a:rPr lang="en-US" sz="1400" dirty="0"/>
              <a:t>DevOps Project </a:t>
            </a:r>
          </a:p>
          <a:p>
            <a:r>
              <a:rPr lang="en-US" sz="1400" dirty="0" err="1"/>
              <a:t>Medicaps</a:t>
            </a:r>
            <a:r>
              <a:rPr lang="en-US" sz="1400" dirty="0"/>
              <a:t> University - </a:t>
            </a:r>
            <a:r>
              <a:rPr lang="en-US" sz="1400" dirty="0" err="1"/>
              <a:t>Datagami</a:t>
            </a:r>
            <a:r>
              <a:rPr lang="en-US" sz="1400" dirty="0"/>
              <a:t> Skill Based Course</a:t>
            </a:r>
          </a:p>
          <a:p>
            <a:r>
              <a:rPr lang="en-US" sz="1400" dirty="0"/>
              <a:t>Group Name:  07D2</a:t>
            </a:r>
          </a:p>
          <a:p>
            <a:r>
              <a:rPr lang="en-US" sz="1400" dirty="0"/>
              <a:t>Project Number: DO-19</a:t>
            </a:r>
          </a:p>
          <a:p>
            <a:r>
              <a:rPr lang="en-US" sz="1400" dirty="0"/>
              <a:t> Mentor Name: Prof. Akshay Saxena</a:t>
            </a:r>
          </a:p>
          <a:p>
            <a:endParaRPr sz="135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E161BD-388D-8624-9462-87B37E0A6BF5}"/>
              </a:ext>
            </a:extLst>
          </p:cNvPr>
          <p:cNvSpPr txBox="1">
            <a:spLocks/>
          </p:cNvSpPr>
          <p:nvPr/>
        </p:nvSpPr>
        <p:spPr>
          <a:xfrm>
            <a:off x="4865882" y="4492534"/>
            <a:ext cx="3863340" cy="1849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7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400" dirty="0"/>
              <a:t>Ankit Yadav - EN22CS301136 </a:t>
            </a:r>
          </a:p>
          <a:p>
            <a:pPr algn="r"/>
            <a:r>
              <a:rPr lang="en-IN" sz="1400" dirty="0"/>
              <a:t>Anshuman </a:t>
            </a:r>
            <a:r>
              <a:rPr lang="en-IN" sz="1400" dirty="0" err="1"/>
              <a:t>Geete</a:t>
            </a:r>
            <a:r>
              <a:rPr lang="en-IN" sz="1400" dirty="0"/>
              <a:t> - EN22CS301160 </a:t>
            </a:r>
          </a:p>
          <a:p>
            <a:pPr algn="r"/>
            <a:r>
              <a:rPr lang="en-IN" sz="1400" dirty="0"/>
              <a:t>Arti Jain - EN22CS301206</a:t>
            </a:r>
          </a:p>
          <a:p>
            <a:pPr algn="r"/>
            <a:r>
              <a:rPr lang="en-IN" sz="1400" dirty="0"/>
              <a:t>Atisha Jain - EN22CS301235</a:t>
            </a:r>
          </a:p>
          <a:p>
            <a:pPr algn="r"/>
            <a:r>
              <a:rPr lang="en-IN" sz="1400" dirty="0"/>
              <a:t>Avani Sharma – EN22CS301239</a:t>
            </a:r>
          </a:p>
          <a:p>
            <a:pPr algn="r"/>
            <a:r>
              <a:rPr lang="en-IN" sz="1400" dirty="0"/>
              <a:t>Ishana </a:t>
            </a:r>
            <a:r>
              <a:rPr lang="en-IN" sz="1400" dirty="0" err="1"/>
              <a:t>Hatodiya</a:t>
            </a:r>
            <a:r>
              <a:rPr lang="en-IN" sz="1400" dirty="0"/>
              <a:t> – EN22CS3L1011</a:t>
            </a:r>
          </a:p>
          <a:p>
            <a:pPr algn="r"/>
            <a:endParaRPr lang="en-IN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AFB87D-51C8-5973-B1D0-45440011AA23}"/>
              </a:ext>
            </a:extLst>
          </p:cNvPr>
          <p:cNvSpPr txBox="1">
            <a:spLocks/>
          </p:cNvSpPr>
          <p:nvPr/>
        </p:nvSpPr>
        <p:spPr>
          <a:xfrm>
            <a:off x="259237" y="3566610"/>
            <a:ext cx="8625526" cy="72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Automates telecom infrastructure setup using </a:t>
            </a:r>
            <a:r>
              <a:rPr lang="en-US" sz="2000" dirty="0" err="1"/>
              <a:t>IaC</a:t>
            </a:r>
            <a:r>
              <a:rPr lang="en-US" sz="2000" dirty="0"/>
              <a:t> tools like Terraform and Ansible, along with Docker and cloud platforms.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976" y="24362"/>
            <a:ext cx="7886700" cy="994172"/>
          </a:xfrm>
        </p:spPr>
        <p:txBody>
          <a:bodyPr/>
          <a:lstStyle/>
          <a:p>
            <a:r>
              <a:rPr lang="en-IN" b="1" dirty="0"/>
              <a:t>DESCRIPTION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975" y="1018534"/>
            <a:ext cx="8148049" cy="5135378"/>
          </a:xfrm>
        </p:spPr>
        <p:txBody>
          <a:bodyPr>
            <a:normAutofit/>
          </a:bodyPr>
          <a:lstStyle/>
          <a:p>
            <a:r>
              <a:rPr lang="en-US" dirty="0"/>
              <a:t>This project focuses on automating the provisioning and deployment of a Telecom System using Infrastructure as Code (</a:t>
            </a:r>
            <a:r>
              <a:rPr lang="en-US" dirty="0" err="1"/>
              <a:t>IaC</a:t>
            </a:r>
            <a:r>
              <a:rPr lang="en-US" dirty="0"/>
              <a:t>) principles.</a:t>
            </a:r>
          </a:p>
          <a:p>
            <a:r>
              <a:rPr lang="en-US" dirty="0"/>
              <a:t>The system leverages modern DevOps tools to automate the complete lifecycle of infrastructure setup, application deployment, and scaling.</a:t>
            </a:r>
          </a:p>
          <a:p>
            <a:r>
              <a:rPr lang="en-US" dirty="0"/>
              <a:t>The project is structured into:</a:t>
            </a:r>
          </a:p>
          <a:p>
            <a:r>
              <a:rPr lang="en-US" dirty="0"/>
              <a:t>Infrastructure provisioning using Terraform </a:t>
            </a:r>
          </a:p>
          <a:p>
            <a:r>
              <a:rPr lang="en-US" dirty="0"/>
              <a:t>Configuration management using Ansible </a:t>
            </a:r>
          </a:p>
          <a:p>
            <a:r>
              <a:rPr lang="en-US" dirty="0"/>
              <a:t>Containerization using Docker </a:t>
            </a:r>
          </a:p>
          <a:p>
            <a:r>
              <a:rPr lang="en-US" dirty="0"/>
              <a:t>Deployment using Kubernetes </a:t>
            </a:r>
          </a:p>
          <a:p>
            <a:r>
              <a:rPr lang="en-US" dirty="0"/>
              <a:t>A CI/CD pipeline ensures automated and continuous deployment with minimal manual intervention.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00103"/>
          </a:xfrm>
        </p:spPr>
        <p:txBody>
          <a:bodyPr/>
          <a:lstStyle/>
          <a:p>
            <a:r>
              <a:rPr lang="en-IN" b="1" dirty="0"/>
              <a:t>PROJECT OBJECTIVE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8615"/>
            <a:ext cx="7886700" cy="51030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Automate telecom infrastructure provisioning .</a:t>
            </a:r>
          </a:p>
          <a:p>
            <a:r>
              <a:rPr lang="en-IN" dirty="0"/>
              <a:t>Eliminate manual configuration errors .</a:t>
            </a:r>
          </a:p>
          <a:p>
            <a:r>
              <a:rPr lang="en-IN" dirty="0"/>
              <a:t>Enable scalable and repeatable deployments .</a:t>
            </a:r>
          </a:p>
          <a:p>
            <a:r>
              <a:rPr lang="en-IN" dirty="0"/>
              <a:t>Integrate CI/CD for continuous delivery .</a:t>
            </a:r>
          </a:p>
          <a:p>
            <a:r>
              <a:rPr lang="en-IN" dirty="0"/>
              <a:t>Deploy telecom services in containerized environments.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24D431-DA0F-8631-3DC9-132671BFA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77462"/>
            <a:ext cx="7886700" cy="5103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REQUIREMENT ANALYSIS – Phase 1</a:t>
            </a:r>
          </a:p>
          <a:p>
            <a:r>
              <a:rPr lang="en-US" sz="1800" dirty="0"/>
              <a:t>Understand telecom system components </a:t>
            </a:r>
          </a:p>
          <a:p>
            <a:r>
              <a:rPr lang="en-US" sz="1800" dirty="0"/>
              <a:t>Identify infrastructure needs (servers, network) </a:t>
            </a:r>
          </a:p>
          <a:p>
            <a:r>
              <a:rPr lang="en-US" sz="1800" dirty="0"/>
              <a:t>Define dependencies and tools </a:t>
            </a:r>
          </a:p>
          <a:p>
            <a:r>
              <a:rPr lang="en-US" sz="1800" dirty="0"/>
              <a:t>Plan cloud/local deployment strategy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b="1" dirty="0"/>
              <a:t>CONTAINERIZATION – Phase 2</a:t>
            </a:r>
            <a:endParaRPr lang="en-IN" sz="1800" b="1" dirty="0"/>
          </a:p>
          <a:p>
            <a:r>
              <a:rPr lang="en-IN" sz="1800" dirty="0"/>
              <a:t>Create </a:t>
            </a:r>
            <a:r>
              <a:rPr lang="en-IN" sz="1800" dirty="0" err="1"/>
              <a:t>Dockerfile</a:t>
            </a:r>
            <a:r>
              <a:rPr lang="en-IN" sz="1800" dirty="0"/>
              <a:t> for telecom application </a:t>
            </a:r>
          </a:p>
          <a:p>
            <a:r>
              <a:rPr lang="en-IN" sz="1800" dirty="0"/>
              <a:t>Use lightweight base image </a:t>
            </a:r>
          </a:p>
          <a:p>
            <a:r>
              <a:rPr lang="en-IN" sz="1800" dirty="0"/>
              <a:t>Configure environment variables </a:t>
            </a:r>
          </a:p>
          <a:p>
            <a:r>
              <a:rPr lang="en-IN" sz="1800" dirty="0"/>
              <a:t>Build and test Docker image locally </a:t>
            </a:r>
          </a:p>
          <a:p>
            <a:r>
              <a:rPr lang="en-IN" sz="1800" b="1" dirty="0"/>
              <a:t>Output:</a:t>
            </a:r>
            <a:br>
              <a:rPr lang="en-IN" sz="1800" dirty="0"/>
            </a:br>
            <a:r>
              <a:rPr lang="en-IN" sz="1800" dirty="0"/>
              <a:t>Application runs inside container consistently</a:t>
            </a:r>
          </a:p>
          <a:p>
            <a:pPr marL="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F0C87-1525-32BA-C7EF-43DEE7B52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FD13AB-D550-F106-E7EE-8D6F00AD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5168"/>
            <a:ext cx="7886700" cy="509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INFRASTRUCTURE PROVISIONING (</a:t>
            </a:r>
            <a:r>
              <a:rPr lang="en-IN" b="1" dirty="0" err="1"/>
              <a:t>IaC</a:t>
            </a:r>
            <a:r>
              <a:rPr lang="en-IN" b="1" dirty="0"/>
              <a:t>) – Phase </a:t>
            </a:r>
            <a:r>
              <a:rPr lang="en-IN" sz="1800" b="1" dirty="0"/>
              <a:t>3</a:t>
            </a:r>
          </a:p>
          <a:p>
            <a:r>
              <a:rPr lang="en-IN" sz="1800" dirty="0"/>
              <a:t>Using Terraform:</a:t>
            </a:r>
          </a:p>
          <a:p>
            <a:r>
              <a:rPr lang="en-IN" sz="1800" dirty="0"/>
              <a:t>Define infrastructure in code </a:t>
            </a:r>
          </a:p>
          <a:p>
            <a:r>
              <a:rPr lang="en-IN" sz="1800" dirty="0"/>
              <a:t>Create EC2 instances / virtual machines </a:t>
            </a:r>
          </a:p>
          <a:p>
            <a:r>
              <a:rPr lang="en-IN" sz="1800" dirty="0"/>
              <a:t>Configure networking and security groups </a:t>
            </a:r>
          </a:p>
          <a:p>
            <a:r>
              <a:rPr lang="en-IN" sz="1800" dirty="0"/>
              <a:t>Automate infrastructure setup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US" b="1" dirty="0"/>
              <a:t>CONFIGURATION MANAGEMENT </a:t>
            </a:r>
            <a:r>
              <a:rPr lang="en-IN" b="1" dirty="0"/>
              <a:t>– Phase 4</a:t>
            </a:r>
          </a:p>
          <a:p>
            <a:endParaRPr lang="en-US" sz="1800" b="1" dirty="0"/>
          </a:p>
          <a:p>
            <a:r>
              <a:rPr lang="en-US" sz="1800" dirty="0"/>
              <a:t>Using Ansible:</a:t>
            </a:r>
          </a:p>
          <a:p>
            <a:r>
              <a:rPr lang="en-US" sz="1800" dirty="0"/>
              <a:t>Install Docker, Kubernetes dependencies </a:t>
            </a:r>
          </a:p>
          <a:p>
            <a:r>
              <a:rPr lang="en-US" sz="1800" dirty="0"/>
              <a:t>Configure servers automatically </a:t>
            </a:r>
          </a:p>
          <a:p>
            <a:r>
              <a:rPr lang="en-US" sz="1800" dirty="0"/>
              <a:t>Manage system packages and services </a:t>
            </a:r>
          </a:p>
          <a:p>
            <a:r>
              <a:rPr lang="en-US" sz="1800" b="1" dirty="0"/>
              <a:t>Result:</a:t>
            </a:r>
            <a:br>
              <a:rPr lang="en-US" sz="1800" dirty="0"/>
            </a:br>
            <a:r>
              <a:rPr lang="en-US" sz="1800" dirty="0"/>
              <a:t>Fully configured environment without manual setup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spcBef>
                <a:spcPts val="375"/>
              </a:spcBef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1855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F0284-6C16-8176-AE88-821027687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BDD00-1FF0-6B1A-D4A8-AF3CF23A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5168"/>
            <a:ext cx="7886700" cy="50333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KUBERNETES DEPLOYMENT – Phase 5</a:t>
            </a:r>
          </a:p>
          <a:p>
            <a:r>
              <a:rPr lang="en-IN" sz="1800" dirty="0"/>
              <a:t>Using Kubernetes:</a:t>
            </a:r>
          </a:p>
          <a:p>
            <a:r>
              <a:rPr lang="en-IN" sz="1800" dirty="0"/>
              <a:t>Create </a:t>
            </a:r>
            <a:r>
              <a:rPr lang="en-IN" sz="1800" dirty="0" err="1"/>
              <a:t>deployment.yaml</a:t>
            </a:r>
            <a:r>
              <a:rPr lang="en-IN" sz="1800" dirty="0"/>
              <a:t> </a:t>
            </a:r>
          </a:p>
          <a:p>
            <a:r>
              <a:rPr lang="en-IN" sz="1800" dirty="0"/>
              <a:t>Define replicas for high availability </a:t>
            </a:r>
          </a:p>
          <a:p>
            <a:r>
              <a:rPr lang="en-IN" sz="1800" dirty="0"/>
              <a:t>Use rolling updates for zero downtime </a:t>
            </a:r>
          </a:p>
          <a:p>
            <a:r>
              <a:rPr lang="en-IN" sz="1800" dirty="0"/>
              <a:t>Expose services via </a:t>
            </a:r>
            <a:r>
              <a:rPr lang="en-IN" sz="1800" dirty="0" err="1"/>
              <a:t>LoadBalancer</a:t>
            </a:r>
            <a:endParaRPr lang="en-IN" sz="1800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CI/CD PIPELINE – Phase 6</a:t>
            </a:r>
          </a:p>
          <a:p>
            <a:r>
              <a:rPr lang="en-IN" sz="1800" dirty="0"/>
              <a:t>Using GitHub Actions or Jenkins:</a:t>
            </a:r>
          </a:p>
          <a:p>
            <a:r>
              <a:rPr lang="en-IN" sz="1800" dirty="0"/>
              <a:t>Pipeline steps:</a:t>
            </a:r>
          </a:p>
          <a:p>
            <a:r>
              <a:rPr lang="en-IN" sz="1800" dirty="0"/>
              <a:t>Code push to GitHub </a:t>
            </a:r>
          </a:p>
          <a:p>
            <a:r>
              <a:rPr lang="en-IN" sz="1800" dirty="0"/>
              <a:t>Build Docker image </a:t>
            </a:r>
          </a:p>
          <a:p>
            <a:r>
              <a:rPr lang="en-IN" sz="1800" dirty="0"/>
              <a:t>Push image to registry </a:t>
            </a:r>
          </a:p>
          <a:p>
            <a:r>
              <a:rPr lang="en-IN" sz="1800" dirty="0"/>
              <a:t>Deploy to Kubernetes</a:t>
            </a:r>
          </a:p>
          <a:p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195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1465"/>
            <a:ext cx="7966710" cy="3225967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chemeClr val="tx1"/>
                </a:solidFill>
              </a:rPr>
              <a:t>TESTING &amp; VALIDATION – Phase 7</a:t>
            </a:r>
            <a:br>
              <a:rPr lang="en-IN" sz="2100" b="1" dirty="0">
                <a:solidFill>
                  <a:schemeClr val="tx1"/>
                </a:solidFill>
              </a:rPr>
            </a:br>
            <a:br>
              <a:rPr lang="en-IN" sz="2100" b="1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Verify infrastructure provisioning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Check container deployment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Validate Kubernetes scaling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Ensure zero downtime deployment 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Monitor system performance</a:t>
            </a:r>
            <a:br>
              <a:rPr lang="en-IN" sz="1800" dirty="0"/>
            </a:br>
            <a:endParaRPr lang="en-IN"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95100"/>
            <a:ext cx="7886700" cy="41211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Tools &amp; Technologies</a:t>
            </a:r>
            <a:endParaRPr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2C5339-8F27-34E9-47AF-5A69E2E9C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61878"/>
              </p:ext>
            </p:extLst>
          </p:nvPr>
        </p:nvGraphicFramePr>
        <p:xfrm>
          <a:off x="796411" y="1229032"/>
          <a:ext cx="7462686" cy="385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1343">
                  <a:extLst>
                    <a:ext uri="{9D8B030D-6E8A-4147-A177-3AD203B41FA5}">
                      <a16:colId xmlns:a16="http://schemas.microsoft.com/office/drawing/2014/main" val="1950580243"/>
                    </a:ext>
                  </a:extLst>
                </a:gridCol>
                <a:gridCol w="3731343">
                  <a:extLst>
                    <a:ext uri="{9D8B030D-6E8A-4147-A177-3AD203B41FA5}">
                      <a16:colId xmlns:a16="http://schemas.microsoft.com/office/drawing/2014/main" val="1260500871"/>
                    </a:ext>
                  </a:extLst>
                </a:gridCol>
              </a:tblGrid>
              <a:tr h="378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Purpose</a:t>
                      </a:r>
                      <a:endParaRPr lang="en-IN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918136"/>
                  </a:ext>
                </a:extLst>
              </a:tr>
              <a:tr h="568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273606"/>
                  </a:ext>
                </a:extLst>
              </a:tr>
              <a:tr h="652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/>
                        <a:t>D</a:t>
                      </a:r>
                      <a:r>
                        <a:rPr lang="en-IN" sz="1800" b="0" dirty="0" err="1"/>
                        <a:t>ocker</a:t>
                      </a:r>
                      <a:endParaRPr lang="en-IN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Containerization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24974"/>
                  </a:ext>
                </a:extLst>
              </a:tr>
              <a:tr h="652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Kuber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814995"/>
                  </a:ext>
                </a:extLst>
              </a:tr>
              <a:tr h="568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Terraform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38957"/>
                  </a:ext>
                </a:extLst>
              </a:tr>
              <a:tr h="652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Ansible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582348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GitHub Actions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Automation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1222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97CBA0-1BC7-8CF2-DD25-0ED5FC174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0063" y="420935"/>
            <a:ext cx="7119937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b="1" dirty="0"/>
              <a:t>KEY FEATURES</a:t>
            </a:r>
            <a:br>
              <a:rPr lang="en-IN" sz="1800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as Code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architecture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Error-free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Integration &amp; Delivery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8349A-FA24-D1FE-2A38-39C007284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B29E016-F507-1A3E-5456-3F715B7C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95100"/>
            <a:ext cx="7886700" cy="4121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87AC7-C6E9-6791-B04F-14D343A308D9}"/>
              </a:ext>
            </a:extLst>
          </p:cNvPr>
          <p:cNvSpPr txBox="1"/>
          <p:nvPr/>
        </p:nvSpPr>
        <p:spPr>
          <a:xfrm>
            <a:off x="628650" y="1307690"/>
            <a:ext cx="62293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deployment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 manual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Fully automated 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availability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development lifecycle </a:t>
            </a:r>
          </a:p>
        </p:txBody>
      </p:sp>
    </p:spTree>
    <p:extLst>
      <p:ext uri="{BB962C8B-B14F-4D97-AF65-F5344CB8AC3E}">
        <p14:creationId xmlns:p14="http://schemas.microsoft.com/office/powerpoint/2010/main" val="59761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67FEC-2119-30B5-3ACB-20DB47735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15399E-D6F9-6EA8-45D6-7EAB770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1884"/>
            <a:ext cx="7886700" cy="1573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FUTURE ENHANCEMENTS</a:t>
            </a:r>
            <a:br>
              <a:rPr lang="en-US" b="1" dirty="0"/>
            </a:b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5C721-8951-6CBE-4313-35BECF102B89}"/>
              </a:ext>
            </a:extLst>
          </p:cNvPr>
          <p:cNvSpPr txBox="1"/>
          <p:nvPr/>
        </p:nvSpPr>
        <p:spPr>
          <a:xfrm>
            <a:off x="628650" y="1061884"/>
            <a:ext cx="56639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monitoring (Prometheus + Grafana)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auto-scaling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Multi-cloud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security (IAM, secrets management)</a:t>
            </a:r>
          </a:p>
        </p:txBody>
      </p:sp>
    </p:spTree>
    <p:extLst>
      <p:ext uri="{BB962C8B-B14F-4D97-AF65-F5344CB8AC3E}">
        <p14:creationId xmlns:p14="http://schemas.microsoft.com/office/powerpoint/2010/main" val="187375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76" y="238595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Thank You!</a:t>
            </a:r>
            <a:endParaRPr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(1)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471</Words>
  <Application>Microsoft Office PowerPoint</Application>
  <PresentationFormat>On-screen Show (4:3)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Metropolis</vt:lpstr>
      <vt:lpstr>Metropolis Semi Bold</vt:lpstr>
      <vt:lpstr>Zilla Slab</vt:lpstr>
      <vt:lpstr>PPT template (1)</vt:lpstr>
      <vt:lpstr>IaC Provisioning for Telecomm System</vt:lpstr>
      <vt:lpstr>DESCRIPTION</vt:lpstr>
      <vt:lpstr>PROJECT OBJECTIVE</vt:lpstr>
      <vt:lpstr>PowerPoint Presentation</vt:lpstr>
      <vt:lpstr>PowerPoint Presentation</vt:lpstr>
      <vt:lpstr>PowerPoint Presentation</vt:lpstr>
      <vt:lpstr>TESTING &amp; VALIDATION – Phase 7  Verify infrastructure provisioning  Check container deployment  Validate Kubernetes scaling  Ensure zero downtime deployment  Monitor system performance </vt:lpstr>
      <vt:lpstr>Tools &amp; Technologies</vt:lpstr>
      <vt:lpstr>KEY FEATURES  Infrastructure as Code (IaC)  Automated deployment  Scalable architecture  Error-free configuration  Continuous Integration &amp; Delivery </vt:lpstr>
      <vt:lpstr>RESULTS</vt:lpstr>
      <vt:lpstr>FUTURE ENHANCEMENTS 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 COD</dc:creator>
  <cp:keywords/>
  <dc:description>generated using python-pptx</dc:description>
  <cp:lastModifiedBy>arti jain</cp:lastModifiedBy>
  <cp:revision>14</cp:revision>
  <dcterms:created xsi:type="dcterms:W3CDTF">2013-01-27T09:14:16Z</dcterms:created>
  <dcterms:modified xsi:type="dcterms:W3CDTF">2026-04-14T08:54:08Z</dcterms:modified>
  <cp:category/>
</cp:coreProperties>
</file>